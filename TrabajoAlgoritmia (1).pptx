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80919-F843-47C3-A3A8-597BD22D6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8E34DB-36FC-42D6-B8C8-F91971FC9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3D0B6-2233-497A-9384-0C6CF957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1D382E-A892-41DA-8EAF-1555C485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4BED2-C2E7-48B2-83BA-4C61705B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8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AEA84-7D25-4429-AD78-230D0ABB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38C-40C9-4151-AE22-0B822188C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40C01F-08A1-46E6-BFAD-FF2048EE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FEE991-58CB-488D-9FAA-09822A55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F870A-89F5-4D97-82AF-17E0CAEE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947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C4A86-DD96-469C-9A6C-9D4AAC656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1164F4-3786-47AF-B495-3CBC09D67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861DC-4E9C-4A68-9FA3-898E61B5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307956-400C-4BF9-B241-95058A93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066CED-D0CD-4757-9BE5-4E1F3203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03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2D3C0-3870-435B-A06C-4694AEC4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A22050-8408-4F3F-AC5D-6D5ABF79C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C0AC0C-C293-4A1C-A045-3A1ED4139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0BE6D1-7760-475B-BE25-CA058668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B05A10-1E4D-489A-A550-015E44B1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C76A0-1F4C-415B-8886-E5A792FD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04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60B50-72BE-4994-92FF-3677CAB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7F4254-06C8-4FAA-B235-F0694471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E4741B-B002-4864-A649-BA0EE8F59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AD9035-EEF7-44CF-943E-EEAFE7A2B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5D359B-AAD9-45EC-8ACB-5B8BD6475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91754A-3241-4931-93AC-7194417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086DEE-825E-4F8C-B455-53A5AD37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54FF5B-6971-419E-B82E-BD754CEC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16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0514-BF6D-4F9C-BC5A-3F84C1B0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E7993F-8EF2-444F-9326-54470DC9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D67B7-965C-4E49-8059-39490254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51430F-1AE2-4BCC-89D8-85EA54C9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69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465CF8-BCA6-434E-B7A4-4A2467B9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0536D7-B62E-48FF-B098-63B41138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04C92A-A128-4382-909F-43525856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3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E7398-1927-41DD-AE2D-A776D2C6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0B3C2-614C-4003-B001-E36511ABE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4A2DFA-725A-41A9-9D6E-F29A0D25E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2751E-6628-4FE8-9D21-6391187E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D958A5-4CC9-41B7-AE4A-40E7056B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293A05-C5CB-4DB6-A6F7-CE479008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467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B455D-C6B8-405B-B59A-3D538546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471FF8-9B0C-4C0F-914E-9A7B50111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C4FFFA-4E64-4696-9398-CB8CDEFD2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A90E2E-26FA-43FA-A8C7-8BBFC314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601CF-B7E0-49A1-850F-715940F4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471B1D-825B-401B-BD92-4EDA6C95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120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51A74-0A8A-4267-BF18-19860325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EC16BD-F3D5-4803-927F-F02C7AD5C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B445A2-68BD-4AB1-9BF8-9F384087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69A0B-A4CB-457B-A2FC-F513C205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13AE80-537A-401A-BBCE-E707E7DE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54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1BCBBA-4CFD-4072-AD98-F253283CF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2DC07-F122-4171-BD61-32511CD4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16DA48-0C89-4450-BC50-10003A3E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B5C6FF-75C0-472D-9E39-E0431E63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BB47-1256-4172-8CA3-401F0791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20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6460D-E6D2-4994-8969-149B17F5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BB9BD1-F439-4783-9777-D9599B9C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031DB7-2D66-4717-A285-E6588B9C9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730B6-C210-46FE-97BC-2AC4742D3F5E}" type="datetimeFigureOut">
              <a:rPr lang="es-ES" smtClean="0"/>
              <a:t>07/12/2025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0C0237-AA94-4FCB-AFF5-50B8E698C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D64F6E-45E6-4F9B-BB15-DAC492A64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617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9A88A8-85C4-4A84-9E47-280E62785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8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B66C20-7183-47CD-B1F3-83D57B93D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7" y="5060270"/>
            <a:ext cx="8291743" cy="1530242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Xavier Izquierdo,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Egoi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Irigoyen, Jorge Escartín eta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Ivan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Irigoyen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B3BA28-AA10-4F76-874A-850F8A273DE2}"/>
              </a:ext>
            </a:extLst>
          </p:cNvPr>
          <p:cNvSpPr txBox="1"/>
          <p:nvPr/>
        </p:nvSpPr>
        <p:spPr>
          <a:xfrm>
            <a:off x="381741" y="2150616"/>
            <a:ext cx="842490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Trabajo algoritmia 2025</a:t>
            </a:r>
          </a:p>
        </p:txBody>
      </p:sp>
    </p:spTree>
    <p:extLst>
      <p:ext uri="{BB962C8B-B14F-4D97-AF65-F5344CB8AC3E}">
        <p14:creationId xmlns:p14="http://schemas.microsoft.com/office/powerpoint/2010/main" val="237213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3A922B4-B087-4897-A48E-A4ED85FA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77A43E-47CE-49E5-86D8-26DAA29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Descripción </a:t>
            </a:r>
            <a:r>
              <a:rPr lang="es-ES" sz="8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database</a:t>
            </a:r>
            <a:endParaRPr lang="es-ES" sz="8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FBAF3E08-C150-4296-A09D-3E86C3D0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2" y="25066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Esta </a:t>
            </a:r>
            <a:r>
              <a:rPr lang="es-ES" sz="36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database</a:t>
            </a: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almacena los datos de ventas de los juegos mas populares que han salido para las tres ultimas generaciones de </a:t>
            </a:r>
            <a:r>
              <a:rPr lang="es-ES" sz="36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play</a:t>
            </a: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es-ES" sz="36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station</a:t>
            </a: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(PS3, PS4, PS5). </a:t>
            </a:r>
          </a:p>
          <a:p>
            <a:pPr marL="0" indent="0">
              <a:buNone/>
            </a:pP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Los datos son:  consola,  publicador, desarrollador, genero, plataforma, fecha de salida, </a:t>
            </a:r>
            <a:r>
              <a:rPr lang="es-ES" sz="36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valoarcion</a:t>
            </a: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, ventas totales, ventas en EEUU; ventas en Europa, </a:t>
            </a:r>
            <a:r>
              <a:rPr lang="es-ES" sz="36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ventas_Japon</a:t>
            </a:r>
            <a:r>
              <a:rPr lang="es-ES" sz="3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701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3A922B4-B087-4897-A48E-A4ED85FA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77A43E-47CE-49E5-86D8-26DAA29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Procesado y almacenamiento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FBAF3E08-C150-4296-A09D-3E86C3D0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936" y="1929731"/>
            <a:ext cx="661711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Los datos se recogen como juegos, los datos numéricos se almacenan en tablas auxiliares para normalizarlos, una vez normalizados los datos numéricos, se guardan todos los datos en el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dataset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CA5E32-1C6C-8AD4-5805-BD34CCB7E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29731"/>
            <a:ext cx="3057435" cy="440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2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B627-5D1A-03DA-49BE-A6ACE03F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F228BFF-DB37-03B0-7692-12EB81E54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04093E-7DE3-21F4-9048-0BF40975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Estructura de datos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AF4149B4-A8C0-43DA-96DC-8C4475D7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824" y="180857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Para almacenar las distancias hemos utilizado una lista ordenada, la cual hemos ordenado por distancias, de menor a mayor. Así podemos tener las distancias mínimas en las primeras posiciones de nuestra lista.</a:t>
            </a:r>
          </a:p>
        </p:txBody>
      </p:sp>
    </p:spTree>
    <p:extLst>
      <p:ext uri="{BB962C8B-B14F-4D97-AF65-F5344CB8AC3E}">
        <p14:creationId xmlns:p14="http://schemas.microsoft.com/office/powerpoint/2010/main" val="362272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5EC7-2D96-1185-35BC-C935E790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DD85681A-B3B0-0D56-4DA8-29870E1FF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7276D64-7621-7723-EFFE-261643E6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Resultados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2FD8F723-8856-7FE9-9B43-B216FB63C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28" y="1867566"/>
            <a:ext cx="606395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Una vez completa la lista y tabla, separamos una parte de nuestra tabla como muestra para hacer el contraste con el resto de datos. Así obtenemos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237842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54A8-9DF8-DEA7-551C-ABC363CB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ECFF347-F847-D8F2-5D69-285FBD6F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D40148-12C0-8D75-A352-CB241B03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Problemas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145BA965-E53C-44E2-2AA2-3079320DC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76" y="187739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La mayoría de problemas encontrados durante el trabajo son relacionadas con el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dataset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, datos vacíos, datos erróneos, columnas desplazadas que dificultaban la lectura y el almacenamiento de los datos.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Ademas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de, problemas con el código.</a:t>
            </a:r>
          </a:p>
        </p:txBody>
      </p:sp>
    </p:spTree>
    <p:extLst>
      <p:ext uri="{BB962C8B-B14F-4D97-AF65-F5344CB8AC3E}">
        <p14:creationId xmlns:p14="http://schemas.microsoft.com/office/powerpoint/2010/main" val="2810279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231</Words>
  <Application>Microsoft Office PowerPoint</Application>
  <PresentationFormat>Panorámica</PresentationFormat>
  <Paragraphs>13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Bahnschrift Condensed</vt:lpstr>
      <vt:lpstr>Calibri</vt:lpstr>
      <vt:lpstr>Calibri Light</vt:lpstr>
      <vt:lpstr>Tema de Office</vt:lpstr>
      <vt:lpstr>Xavier Izquierdo, Egoi Irigoyen, Jorge Escartín eta Ivan Irigoyen </vt:lpstr>
      <vt:lpstr>Descripción database</vt:lpstr>
      <vt:lpstr>Procesado y almacenamiento</vt:lpstr>
      <vt:lpstr>Estructura de datos</vt:lpstr>
      <vt:lpstr>Resultados</vt:lpstr>
      <vt:lpstr>Problemas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Xavier Izquierdo, Egoi Irigoyen, Jorge Escartín eta Ivan Irigoyen </dc:title>
  <dc:creator>upna</dc:creator>
  <cp:lastModifiedBy>Ivan Irigoyen Sola</cp:lastModifiedBy>
  <cp:revision>5</cp:revision>
  <dcterms:created xsi:type="dcterms:W3CDTF">2025-11-27T18:26:56Z</dcterms:created>
  <dcterms:modified xsi:type="dcterms:W3CDTF">2025-12-07T16:46:42Z</dcterms:modified>
</cp:coreProperties>
</file>