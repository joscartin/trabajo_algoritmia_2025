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80919-F843-47C3-A3A8-597BD22D6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8E34DB-36FC-42D6-B8C8-F91971FC9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13D0B6-2233-497A-9384-0C6CF9578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1D382E-A892-41DA-8EAF-1555C4853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04BED2-C2E7-48B2-83BA-4C61705B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98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AEA84-7D25-4429-AD78-230D0ABBB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14E38C-40C9-4151-AE22-0B822188C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40C01F-08A1-46E6-BFAD-FF2048EE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FEE991-58CB-488D-9FAA-09822A555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3F870A-89F5-4D97-82AF-17E0CAEE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947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C4A86-DD96-469C-9A6C-9D4AAC656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1164F4-3786-47AF-B495-3CBC09D67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4861DC-4E9C-4A68-9FA3-898E61B5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307956-400C-4BF9-B241-95058A93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066CED-D0CD-4757-9BE5-4E1F3203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8035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2D3C0-3870-435B-A06C-4694AEC4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A22050-8408-4F3F-AC5D-6D5ABF79C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C0AC0C-C293-4A1C-A045-3A1ED4139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0BE6D1-7760-475B-BE25-CA058668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B05A10-1E4D-489A-A550-015E44B1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9C76A0-1F4C-415B-8886-E5A792FD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304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60B50-72BE-4994-92FF-3677CAB8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7F4254-06C8-4FAA-B235-F06944717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E4741B-B002-4864-A649-BA0EE8F59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AD9035-EEF7-44CF-943E-EEAFE7A2B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35D359B-AAD9-45EC-8ACB-5B8BD6475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591754A-3241-4931-93AC-7194417F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C086DEE-825E-4F8C-B455-53A5AD37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54FF5B-6971-419E-B82E-BD754CEC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8160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50514-BF6D-4F9C-BC5A-3F84C1B04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6E7993F-8EF2-444F-9326-54470DC98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D67B7-965C-4E49-8059-39490254C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51430F-1AE2-4BCC-89D8-85EA54C91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697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465CF8-BCA6-434E-B7A4-4A2467B9A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0536D7-B62E-48FF-B098-63B41138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04C92A-A128-4382-909F-43525856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6531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4E7398-1927-41DD-AE2D-A776D2C6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30B3C2-614C-4003-B001-E36511ABE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4A2DFA-725A-41A9-9D6E-F29A0D25E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A2751E-6628-4FE8-9D21-6391187E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D958A5-4CC9-41B7-AE4A-40E7056BC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293A05-C5CB-4DB6-A6F7-CE479008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467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B455D-C6B8-405B-B59A-3D5385464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3471FF8-9B0C-4C0F-914E-9A7B50111E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C4FFFA-4E64-4696-9398-CB8CDEFD2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A90E2E-26FA-43FA-A8C7-8BBFC314E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7601CF-B7E0-49A1-850F-715940F4E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471B1D-825B-401B-BD92-4EDA6C95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1205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51A74-0A8A-4267-BF18-19860325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EC16BD-F3D5-4803-927F-F02C7AD5C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B445A2-68BD-4AB1-9BF8-9F384087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669A0B-A4CB-457B-A2FC-F513C2053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13AE80-537A-401A-BBCE-E707E7DE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4546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91BCBBA-4CFD-4072-AD98-F253283CF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32DC07-F122-4171-BD61-32511CD43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16DA48-0C89-4450-BC50-10003A3E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0B6-C210-46FE-97BC-2AC4742D3F5E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B5C6FF-75C0-472D-9E39-E0431E630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FABB47-1256-4172-8CA3-401F07918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920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26460D-E6D2-4994-8969-149B17F5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BB9BD1-F439-4783-9777-D9599B9C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031DB7-2D66-4717-A285-E6588B9C9F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730B6-C210-46FE-97BC-2AC4742D3F5E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0C0237-AA94-4FCB-AFF5-50B8E698C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D64F6E-45E6-4F9B-BB15-DAC492A64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D474F-8DB2-45BA-BCA5-5F33CB470E3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6171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29A88A8-85C4-4A84-9E47-280E62785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78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EB66C20-7183-47CD-B1F3-83D57B93D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77" y="5060270"/>
            <a:ext cx="8291743" cy="1530242"/>
          </a:xfrm>
        </p:spPr>
        <p:txBody>
          <a:bodyPr>
            <a:noAutofit/>
          </a:bodyPr>
          <a:lstStyle/>
          <a:p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Xavier Izquierdo, </a:t>
            </a:r>
            <a:r>
              <a:rPr lang="es-ES" sz="4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Egoi</a:t>
            </a: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Irigoyen, Jorge Escartín eta </a:t>
            </a:r>
            <a:r>
              <a:rPr lang="es-ES" sz="4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Ivan</a:t>
            </a: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Irigoyen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B3BA28-AA10-4F76-874A-850F8A273DE2}"/>
              </a:ext>
            </a:extLst>
          </p:cNvPr>
          <p:cNvSpPr txBox="1"/>
          <p:nvPr/>
        </p:nvSpPr>
        <p:spPr>
          <a:xfrm>
            <a:off x="381741" y="2150616"/>
            <a:ext cx="842490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Trabajo algoritmia 2025</a:t>
            </a:r>
          </a:p>
        </p:txBody>
      </p:sp>
    </p:spTree>
    <p:extLst>
      <p:ext uri="{BB962C8B-B14F-4D97-AF65-F5344CB8AC3E}">
        <p14:creationId xmlns:p14="http://schemas.microsoft.com/office/powerpoint/2010/main" val="237213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3A922B4-B087-4897-A48E-A4ED85FAD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77A43E-47CE-49E5-86D8-26DAA292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88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Descripción </a:t>
            </a:r>
            <a:r>
              <a:rPr lang="es-ES" sz="88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database</a:t>
            </a:r>
            <a:endParaRPr lang="es-ES" sz="8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Modelo 3D 6" descr="Emoji de cara caliente">
                <a:extLst>
                  <a:ext uri="{FF2B5EF4-FFF2-40B4-BE49-F238E27FC236}">
                    <a16:creationId xmlns:a16="http://schemas.microsoft.com/office/drawing/2014/main" id="{5BFD3E68-B57D-4EEA-80A3-88A061BE177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7169844"/>
                  </p:ext>
                </p:extLst>
              </p:nvPr>
            </p:nvGraphicFramePr>
            <p:xfrm>
              <a:off x="11752620" y="0"/>
              <a:ext cx="439380" cy="38444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39380" cy="384447"/>
                    </a:xfrm>
                    <a:prstGeom prst="rect">
                      <a:avLst/>
                    </a:prstGeom>
                  </am3d:spPr>
                  <am3d:camera>
                    <am3d:pos x="0" y="0" z="7774194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8662" d="1000000"/>
                    <am3d:preTrans dx="2152" dy="-16757246" dz="-1248832"/>
                    <am3d:scale>
                      <am3d:sx n="1000000" d="1000000"/>
                      <am3d:sy n="1000000" d="1000000"/>
                      <am3d:sz n="1000000" d="1000000"/>
                    </am3d:scale>
                    <am3d:rot ax="356102" ay="1586370" az="15899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3447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Modelo 3D 6" descr="Emoji de cara caliente">
                <a:extLst>
                  <a:ext uri="{FF2B5EF4-FFF2-40B4-BE49-F238E27FC236}">
                    <a16:creationId xmlns:a16="http://schemas.microsoft.com/office/drawing/2014/main" id="{5BFD3E68-B57D-4EEA-80A3-88A061BE17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52620" y="0"/>
                <a:ext cx="439380" cy="384447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FBAF3E08-C150-4296-A09D-3E86C3D00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992" y="250666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Esta </a:t>
            </a:r>
            <a:r>
              <a:rPr lang="es-ES" sz="4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database</a:t>
            </a: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almacena los datos de ventas de los juegos mas populares que han salido para las tres ultimas generaciones de </a:t>
            </a:r>
            <a:r>
              <a:rPr lang="es-ES" sz="4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play</a:t>
            </a: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</a:t>
            </a:r>
            <a:r>
              <a:rPr lang="es-ES" sz="4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station</a:t>
            </a: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 (PS3, PS4, PS5). </a:t>
            </a:r>
          </a:p>
          <a:p>
            <a:pPr marL="0" indent="0">
              <a:buNone/>
            </a:pP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Los datos son:  consola,  publicador, desarrollador, genero, plataforma, fecha de salida, </a:t>
            </a:r>
            <a:r>
              <a:rPr lang="es-ES" sz="4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valoarcion</a:t>
            </a: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, ventas totales, ventas en EEUU; ventas en Europa, </a:t>
            </a:r>
            <a:r>
              <a:rPr lang="es-ES" sz="4000" dirty="0" err="1">
                <a:solidFill>
                  <a:schemeClr val="bg1"/>
                </a:solidFill>
                <a:latin typeface="Bahnschrift Condensed" panose="020B0502040204020203" pitchFamily="34" charset="0"/>
              </a:rPr>
              <a:t>ventas_Japon</a:t>
            </a:r>
            <a:r>
              <a:rPr lang="es-ES" sz="4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7019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3A922B4-B087-4897-A48E-A4ED85FAD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77A43E-47CE-49E5-86D8-26DAA292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s-ES" sz="8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Modelo 3D 6" descr="Emoji de cara caliente">
                <a:extLst>
                  <a:ext uri="{FF2B5EF4-FFF2-40B4-BE49-F238E27FC236}">
                    <a16:creationId xmlns:a16="http://schemas.microsoft.com/office/drawing/2014/main" id="{5BFD3E68-B57D-4EEA-80A3-88A061BE177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752620" y="0"/>
              <a:ext cx="439380" cy="38444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39380" cy="384447"/>
                    </a:xfrm>
                    <a:prstGeom prst="rect">
                      <a:avLst/>
                    </a:prstGeom>
                  </am3d:spPr>
                  <am3d:camera>
                    <am3d:pos x="0" y="0" z="7774194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8662" d="1000000"/>
                    <am3d:preTrans dx="2152" dy="-16757246" dz="-1248832"/>
                    <am3d:scale>
                      <am3d:sx n="1000000" d="1000000"/>
                      <am3d:sy n="1000000" d="1000000"/>
                      <am3d:sz n="1000000" d="1000000"/>
                    </am3d:scale>
                    <am3d:rot ax="356102" ay="1586370" az="15899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3447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Modelo 3D 6" descr="Emoji de cara caliente">
                <a:extLst>
                  <a:ext uri="{FF2B5EF4-FFF2-40B4-BE49-F238E27FC236}">
                    <a16:creationId xmlns:a16="http://schemas.microsoft.com/office/drawing/2014/main" id="{5BFD3E68-B57D-4EEA-80A3-88A061BE17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52620" y="0"/>
                <a:ext cx="439380" cy="384447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FBAF3E08-C150-4296-A09D-3E86C3D00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992" y="250666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s-ES" sz="40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120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20250-EA36-4E1D-B984-B16CA6C1E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07CF9A-85FE-4961-B61D-21EFB9FFB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2537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E0B7B-D8B7-49B0-9102-396F9328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D21097-6D48-4C5A-8014-B953F4282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42711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81</Words>
  <Application>Microsoft Office PowerPoint</Application>
  <PresentationFormat>Panorámica</PresentationFormat>
  <Paragraphs>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Bahnschrift Condensed</vt:lpstr>
      <vt:lpstr>Calibri</vt:lpstr>
      <vt:lpstr>Calibri Light</vt:lpstr>
      <vt:lpstr>Tema de Office</vt:lpstr>
      <vt:lpstr>Xavier Izquierdo, Egoi Irigoyen, Jorge Escartín eta Ivan Irigoyen </vt:lpstr>
      <vt:lpstr>Descripción database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Xavier Izquierdo, Egoi Irigoyen, Jorge Escartín eta Ivan Irigoyen </dc:title>
  <dc:creator>upna</dc:creator>
  <cp:lastModifiedBy>upna</cp:lastModifiedBy>
  <cp:revision>4</cp:revision>
  <dcterms:created xsi:type="dcterms:W3CDTF">2025-11-27T18:26:56Z</dcterms:created>
  <dcterms:modified xsi:type="dcterms:W3CDTF">2025-11-27T19:08:14Z</dcterms:modified>
</cp:coreProperties>
</file>