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580919-F843-47C3-A3A8-597BD22D6B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18E34DB-36FC-42D6-B8C8-F91971FC9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13D0B6-2233-497A-9384-0C6CF9578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1D382E-A892-41DA-8EAF-1555C4853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404BED2-C2E7-48B2-83BA-4C61705B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87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0AEA84-7D25-4429-AD78-230D0ABBB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14E38C-40C9-4151-AE22-0B822188C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40C01F-08A1-46E6-BFAD-FF2048EEB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FEE991-58CB-488D-9FAA-09822A55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3F870A-89F5-4D97-82AF-17E0CAEE8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9470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EC4A86-DD96-469C-9A6C-9D4AAC656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1164F4-3786-47AF-B495-3CBC09D67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4861DC-4E9C-4A68-9FA3-898E61B5E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307956-400C-4BF9-B241-95058A93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066CED-D0CD-4757-9BE5-4E1F32034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80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52D3C0-3870-435B-A06C-4694AEC4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A22050-8408-4F3F-AC5D-6D5ABF79CB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C0AC0C-C293-4A1C-A045-3A1ED41395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40BE6D1-7760-475B-BE25-CA058668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B05A10-1E4D-489A-A550-015E44B14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C76A0-1F4C-415B-8886-E5A792FD1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304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C60B50-72BE-4994-92FF-3677CAB8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7F4254-06C8-4FAA-B235-F06944717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DE4741B-B002-4864-A649-BA0EE8F594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8AD9035-EEF7-44CF-943E-EEAFE7A2B7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35D359B-AAD9-45EC-8ACB-5B8BD6475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591754A-3241-4931-93AC-7194417F0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C086DEE-825E-4F8C-B455-53A5AD370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F54FF5B-6971-419E-B82E-BD754CEC6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8160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950514-BF6D-4F9C-BC5A-3F84C1B0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6E7993F-8EF2-444F-9326-54470DC98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D67B7-965C-4E49-8059-39490254C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51430F-1AE2-4BCC-89D8-85EA54C91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7697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465CF8-BCA6-434E-B7A4-4A2467B9A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B0536D7-B62E-48FF-B098-63B41138A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04C92A-A128-4382-909F-43525856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6531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4E7398-1927-41DD-AE2D-A776D2C6C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30B3C2-614C-4003-B001-E36511ABE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4A2DFA-725A-41A9-9D6E-F29A0D25E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A2751E-6628-4FE8-9D21-6391187E3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D958A5-4CC9-41B7-AE4A-40E7056B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3293A05-C5CB-4DB6-A6F7-CE479008D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677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4B455D-C6B8-405B-B59A-3D5385464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3471FF8-9B0C-4C0F-914E-9A7B50111E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6C4FFFA-4E64-4696-9398-CB8CDEFD2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9A90E2E-26FA-43FA-A8C7-8BBFC314E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7601CF-B7E0-49A1-850F-715940F4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471B1D-825B-401B-BD92-4EDA6C95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1205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51A74-0A8A-4267-BF18-19860325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EC16BD-F3D5-4803-927F-F02C7AD5C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B445A2-68BD-4AB1-9BF8-9F3840872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669A0B-A4CB-457B-A2FC-F513C2053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13AE80-537A-401A-BBCE-E707E7DE3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546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91BCBBA-4CFD-4072-AD98-F253283CF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B32DC07-F122-4171-BD61-32511CD43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D16DA48-0C89-4450-BC50-10003A3E8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4B5C6FF-75C0-472D-9E39-E0431E630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FABB47-1256-4172-8CA3-401F07918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9202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26460D-E6D2-4994-8969-149B17F5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9BB9BD1-F439-4783-9777-D9599B9CE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031DB7-2D66-4717-A285-E6588B9C9F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7730B6-C210-46FE-97BC-2AC4742D3F5E}" type="datetimeFigureOut">
              <a:rPr lang="es-ES" smtClean="0"/>
              <a:t>07/12/2025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0C0237-AA94-4FCB-AFF5-50B8E698C8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D64F6E-45E6-4F9B-BB15-DAC492A64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D474F-8DB2-45BA-BCA5-5F33CB470E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6171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29A88A8-85C4-4A84-9E47-280E62785C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878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B66C20-7183-47CD-B1F3-83D57B93D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77" y="5060270"/>
            <a:ext cx="10641194" cy="1530242"/>
          </a:xfrm>
        </p:spPr>
        <p:txBody>
          <a:bodyPr>
            <a:noAutofit/>
          </a:bodyPr>
          <a:lstStyle/>
          <a:p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Xavier Izquierdo, Egoi Irigoyen, Jorge Escartín, </a:t>
            </a:r>
            <a:r>
              <a:rPr lang="es-ES" sz="4000" dirty="0" err="1">
                <a:solidFill>
                  <a:schemeClr val="bg1"/>
                </a:solidFill>
                <a:latin typeface="Bahnschrift Condensed" panose="020B0502040204020203" pitchFamily="34" charset="0"/>
              </a:rPr>
              <a:t>Ivan</a:t>
            </a: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Irigoyen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0B3BA28-AA10-4F76-874A-850F8A273DE2}"/>
              </a:ext>
            </a:extLst>
          </p:cNvPr>
          <p:cNvSpPr txBox="1"/>
          <p:nvPr/>
        </p:nvSpPr>
        <p:spPr>
          <a:xfrm>
            <a:off x="381741" y="2150616"/>
            <a:ext cx="1026833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TRABAJO ALGORITMIA</a:t>
            </a:r>
          </a:p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2372130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13A922B4-B087-4897-A48E-A4ED85FAD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877A43E-47CE-49E5-86D8-26DAA292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DESCRIPCIÓN DATABASE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FBAF3E08-C150-4296-A09D-3E86C3D00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92" y="1855694"/>
            <a:ext cx="10515600" cy="500230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Esta </a:t>
            </a:r>
            <a:r>
              <a:rPr lang="es-ES" sz="3600" dirty="0" err="1">
                <a:solidFill>
                  <a:schemeClr val="bg1"/>
                </a:solidFill>
                <a:latin typeface="Bahnschrift Condensed" panose="020B0502040204020203" pitchFamily="34" charset="0"/>
              </a:rPr>
              <a:t>database</a:t>
            </a: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almacena los datos de ventas de los juegos más populares que han salido para las tres ultimas generaciones de Play </a:t>
            </a:r>
            <a:r>
              <a:rPr lang="es-ES" sz="3600" dirty="0" err="1">
                <a:solidFill>
                  <a:schemeClr val="bg1"/>
                </a:solidFill>
                <a:latin typeface="Bahnschrift Condensed" panose="020B0502040204020203" pitchFamily="34" charset="0"/>
              </a:rPr>
              <a:t>Station</a:t>
            </a: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(PS3, PS4, PS5). </a:t>
            </a:r>
          </a:p>
          <a:p>
            <a:pPr marL="0" indent="0">
              <a:buNone/>
            </a:pPr>
            <a:endParaRPr lang="es-ES" sz="36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 marL="0" indent="0">
              <a:buNone/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Datos:    Consola</a:t>
            </a:r>
          </a:p>
          <a:p>
            <a:pPr marL="0" indent="0">
              <a:buNone/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	    Publicador</a:t>
            </a:r>
          </a:p>
          <a:p>
            <a:pPr marL="0" indent="0">
              <a:buNone/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	    Desarrollador</a:t>
            </a:r>
          </a:p>
          <a:p>
            <a:pPr marL="0" indent="0">
              <a:buNone/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	    Género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69AA2D0-2E98-420B-AB03-E4FBDE3A0D0A}"/>
              </a:ext>
            </a:extLst>
          </p:cNvPr>
          <p:cNvSpPr txBox="1"/>
          <p:nvPr/>
        </p:nvSpPr>
        <p:spPr>
          <a:xfrm>
            <a:off x="4634753" y="4114800"/>
            <a:ext cx="5190565" cy="2471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Plataforma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Fecha de salida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Valoración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Ventas totales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AD2BD9-5185-41C9-B79A-D85C9453E072}"/>
              </a:ext>
            </a:extLst>
          </p:cNvPr>
          <p:cNvSpPr txBox="1"/>
          <p:nvPr/>
        </p:nvSpPr>
        <p:spPr>
          <a:xfrm>
            <a:off x="7856673" y="4114799"/>
            <a:ext cx="5190565" cy="1844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Ventas en EEUU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Ventas en Europa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Ventas en Japón</a:t>
            </a:r>
          </a:p>
        </p:txBody>
      </p:sp>
    </p:spTree>
    <p:extLst>
      <p:ext uri="{BB962C8B-B14F-4D97-AF65-F5344CB8AC3E}">
        <p14:creationId xmlns:p14="http://schemas.microsoft.com/office/powerpoint/2010/main" val="4217019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13A922B4-B087-4897-A48E-A4ED85FAD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877A43E-47CE-49E5-86D8-26DAA292E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05" y="302084"/>
            <a:ext cx="11031071" cy="1325563"/>
          </a:xfrm>
        </p:spPr>
        <p:txBody>
          <a:bodyPr>
            <a:normAutofit fontScale="90000"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PROCESADO Y ALMACENAMIENTO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FBAF3E08-C150-4296-A09D-3E86C3D00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106" y="1929731"/>
            <a:ext cx="723394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- Los datos se recogen como juegos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Los datos numéricos se almacenan en            tablas auxiliares para normalizarlos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Una vez normalizados, se guardan todos los datos en el </a:t>
            </a:r>
            <a:r>
              <a:rPr lang="es-ES" sz="4000" dirty="0" err="1">
                <a:solidFill>
                  <a:schemeClr val="bg1"/>
                </a:solidFill>
                <a:latin typeface="Bahnschrift Condensed" panose="020B0502040204020203" pitchFamily="34" charset="0"/>
              </a:rPr>
              <a:t>dataset</a:t>
            </a: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CA5E32-1C6C-8AD4-5805-BD34CCB7E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29731"/>
            <a:ext cx="3057435" cy="4406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2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B627-5D1A-03DA-49BE-A6ACE03F7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1F228BFF-DB37-03B0-7692-12EB81E54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C04093E-7DE3-21F4-9048-0BF409752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ESTRUCTURA DE DATOS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AF4149B4-A8C0-43DA-96DC-8C4475D77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824" y="1819834"/>
            <a:ext cx="10515600" cy="43400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Para almacenar las distancias hemos utilizado una lista ordenada, la cual hemos ordenado por distancias, de menor a mayor. Así podemos tener las distancias mínimas en las primeras posiciones de nuestra lista.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FFAD18-4754-4CC2-BC4D-FA4947C2F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838" y="4478680"/>
            <a:ext cx="5182323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1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85EC7-2D96-1185-35BC-C935E790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DD85681A-B3B0-0D56-4DA8-29870E1FF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7276D64-7621-7723-EFFE-261643E66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RESULTADOS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2FD8F723-8856-7FE9-9B43-B216FB63C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327" y="1867566"/>
            <a:ext cx="1132594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Una vez completa la lista y tabla, separamos una parte de nuestra tabla como muestra para hacer el contraste con el resto de datos. Así obtenemos los resultados.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D4754DB-1404-4CD6-A4C2-C7D5CF095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678" y="3651491"/>
            <a:ext cx="5685239" cy="288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42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D54A8-9DF8-DEA7-551C-ABC363CB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1ECFF347-F847-D8F2-5D69-285FBD6F0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D40148-12C0-8D75-A352-CB241B03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88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PROBLEMAS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145BA965-E53C-44E2-2AA2-3079320DC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76" y="1877398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Problemas relacionados con: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</a:t>
            </a:r>
            <a:r>
              <a:rPr lang="es-ES" sz="4000" dirty="0" err="1">
                <a:solidFill>
                  <a:schemeClr val="bg1"/>
                </a:solidFill>
                <a:latin typeface="Bahnschrift Condensed" panose="020B0502040204020203" pitchFamily="34" charset="0"/>
              </a:rPr>
              <a:t>Dataset</a:t>
            </a:r>
            <a:endParaRPr lang="es-ES" sz="40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Datos vacíos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Datos erróneos 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Columnas desplazadas </a:t>
            </a:r>
          </a:p>
          <a:p>
            <a:pPr>
              <a:buFontTx/>
              <a:buChar char="-"/>
            </a:pPr>
            <a:r>
              <a:rPr lang="es-ES" sz="40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 Problemas con el código.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FC73EB1-1338-4078-B769-F2D20AF994C8}"/>
              </a:ext>
            </a:extLst>
          </p:cNvPr>
          <p:cNvSpPr txBox="1"/>
          <p:nvPr/>
        </p:nvSpPr>
        <p:spPr>
          <a:xfrm>
            <a:off x="6376124" y="1943978"/>
            <a:ext cx="5815876" cy="2471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Soluciones: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-  Prueba y error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-  Editar datos manualmente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600" dirty="0">
                <a:solidFill>
                  <a:schemeClr val="bg1"/>
                </a:solidFill>
                <a:latin typeface="Bahnschrift Condensed" panose="020B0502040204020203" pitchFamily="34" charset="0"/>
              </a:rPr>
              <a:t>-  Investigación</a:t>
            </a:r>
          </a:p>
        </p:txBody>
      </p:sp>
    </p:spTree>
    <p:extLst>
      <p:ext uri="{BB962C8B-B14F-4D97-AF65-F5344CB8AC3E}">
        <p14:creationId xmlns:p14="http://schemas.microsoft.com/office/powerpoint/2010/main" val="28102799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214</Words>
  <Application>Microsoft Office PowerPoint</Application>
  <PresentationFormat>Panorámica</PresentationFormat>
  <Paragraphs>36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Bahnschrift Condensed</vt:lpstr>
      <vt:lpstr>Calibri</vt:lpstr>
      <vt:lpstr>Calibri Light</vt:lpstr>
      <vt:lpstr>Tema de Office</vt:lpstr>
      <vt:lpstr>Xavier Izquierdo, Egoi Irigoyen, Jorge Escartín, Ivan Irigoyen </vt:lpstr>
      <vt:lpstr>DESCRIPCIÓN DATABASE</vt:lpstr>
      <vt:lpstr>PROCESADO Y ALMACENAMIENTO</vt:lpstr>
      <vt:lpstr>ESTRUCTURA DE DATOS</vt:lpstr>
      <vt:lpstr>RESULTADOS</vt:lpstr>
      <vt:lpstr>PROBLEMAS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Xavier Izquierdo, Egoi Irigoyen, Jorge Escartín eta Ivan Irigoyen</dc:title>
  <dc:creator>upna</dc:creator>
  <cp:lastModifiedBy>Egoi Irigoyen</cp:lastModifiedBy>
  <cp:revision>11</cp:revision>
  <dcterms:created xsi:type="dcterms:W3CDTF">2025-11-27T18:26:56Z</dcterms:created>
  <dcterms:modified xsi:type="dcterms:W3CDTF">2025-12-07T22:33:05Z</dcterms:modified>
</cp:coreProperties>
</file>